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58" r:id="rId6"/>
    <p:sldId id="288" r:id="rId7"/>
    <p:sldId id="265" r:id="rId8"/>
    <p:sldId id="266" r:id="rId9"/>
    <p:sldId id="267" r:id="rId10"/>
    <p:sldId id="268" r:id="rId11"/>
    <p:sldId id="284" r:id="rId12"/>
    <p:sldId id="289" r:id="rId13"/>
    <p:sldId id="269" r:id="rId14"/>
    <p:sldId id="270" r:id="rId15"/>
    <p:sldId id="271" r:id="rId16"/>
    <p:sldId id="272" r:id="rId17"/>
    <p:sldId id="285" r:id="rId18"/>
    <p:sldId id="290" r:id="rId19"/>
    <p:sldId id="273" r:id="rId20"/>
    <p:sldId id="274" r:id="rId21"/>
    <p:sldId id="275" r:id="rId22"/>
    <p:sldId id="276" r:id="rId23"/>
    <p:sldId id="286" r:id="rId24"/>
    <p:sldId id="291" r:id="rId25"/>
    <p:sldId id="280" r:id="rId26"/>
    <p:sldId id="281" r:id="rId27"/>
    <p:sldId id="282" r:id="rId28"/>
    <p:sldId id="283" r:id="rId29"/>
    <p:sldId id="287" r:id="rId30"/>
    <p:sldId id="292" r:id="rId31"/>
  </p:sldIdLst>
  <p:sldSz cx="35999738" cy="359997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676655-6701-4594-BD5A-64506FAC3261}">
          <p14:sldIdLst>
            <p14:sldId id="256"/>
            <p14:sldId id="262"/>
            <p14:sldId id="263"/>
            <p14:sldId id="264"/>
            <p14:sldId id="258"/>
            <p14:sldId id="288"/>
          </p14:sldIdLst>
        </p14:section>
        <p14:section name="Untitled Section" id="{FA320F35-DE64-4873-A333-16F2959E88CC}">
          <p14:sldIdLst>
            <p14:sldId id="265"/>
            <p14:sldId id="266"/>
            <p14:sldId id="267"/>
            <p14:sldId id="268"/>
            <p14:sldId id="284"/>
            <p14:sldId id="289"/>
          </p14:sldIdLst>
        </p14:section>
        <p14:section name="Untitled Section" id="{68872967-915C-4F0E-B40E-65216991827E}">
          <p14:sldIdLst>
            <p14:sldId id="269"/>
            <p14:sldId id="270"/>
            <p14:sldId id="271"/>
            <p14:sldId id="272"/>
            <p14:sldId id="285"/>
            <p14:sldId id="290"/>
          </p14:sldIdLst>
        </p14:section>
        <p14:section name="Untitled Section" id="{4A4BE351-FD13-4FBF-A1D4-3A208E82B0A4}">
          <p14:sldIdLst>
            <p14:sldId id="273"/>
            <p14:sldId id="274"/>
            <p14:sldId id="275"/>
            <p14:sldId id="276"/>
            <p14:sldId id="286"/>
            <p14:sldId id="291"/>
          </p14:sldIdLst>
        </p14:section>
        <p14:section name="Untitled Section" id="{62B5AF23-593F-4DCF-A6D8-EC0ED7C52315}">
          <p14:sldIdLst>
            <p14:sldId id="280"/>
            <p14:sldId id="281"/>
            <p14:sldId id="282"/>
            <p14:sldId id="283"/>
            <p14:sldId id="287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1725" autoAdjust="0"/>
    <p:restoredTop sz="94660"/>
  </p:normalViewPr>
  <p:slideViewPr>
    <p:cSldViewPr snapToGrid="0">
      <p:cViewPr varScale="1">
        <p:scale>
          <a:sx n="23" d="100"/>
          <a:sy n="23" d="100"/>
        </p:scale>
        <p:origin x="1506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60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46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264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92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94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64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94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35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5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61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3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E92A7-207D-4BE3-A25B-125FF46EC305}" type="datetimeFigureOut">
              <a:rPr lang="en-GB" smtClean="0"/>
              <a:t>07/07/2025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67BE-1C99-4908-9019-B15A9F0A9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43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5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9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2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6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3438" y="0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1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0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6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9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1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23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753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9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22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8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83438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72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598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68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19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26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9538" y="19159538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47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3438" y="19883438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18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68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9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18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41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769" y="9579769"/>
            <a:ext cx="16840200" cy="168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44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19" y="9941719"/>
            <a:ext cx="16116300" cy="161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5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0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</TotalTime>
  <Words>0</Words>
  <Application>Microsoft Office PowerPoint</Application>
  <PresentationFormat>Custom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Bashford</dc:creator>
  <cp:lastModifiedBy>David Bjanes</cp:lastModifiedBy>
  <cp:revision>5</cp:revision>
  <dcterms:created xsi:type="dcterms:W3CDTF">2023-10-13T14:51:23Z</dcterms:created>
  <dcterms:modified xsi:type="dcterms:W3CDTF">2025-07-07T20:10:01Z</dcterms:modified>
</cp:coreProperties>
</file>