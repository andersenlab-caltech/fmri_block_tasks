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69" r:id="rId4"/>
    <p:sldId id="273" r:id="rId5"/>
    <p:sldId id="280" r:id="rId6"/>
    <p:sldId id="258" r:id="rId7"/>
    <p:sldId id="262" r:id="rId8"/>
    <p:sldId id="266" r:id="rId9"/>
    <p:sldId id="270" r:id="rId10"/>
    <p:sldId id="274" r:id="rId11"/>
    <p:sldId id="281" r:id="rId12"/>
    <p:sldId id="284" r:id="rId13"/>
    <p:sldId id="263" r:id="rId14"/>
    <p:sldId id="267" r:id="rId15"/>
    <p:sldId id="271" r:id="rId16"/>
    <p:sldId id="275" r:id="rId17"/>
    <p:sldId id="282" r:id="rId18"/>
    <p:sldId id="285" r:id="rId19"/>
    <p:sldId id="264" r:id="rId20"/>
    <p:sldId id="268" r:id="rId21"/>
    <p:sldId id="272" r:id="rId22"/>
    <p:sldId id="276" r:id="rId23"/>
    <p:sldId id="283" r:id="rId24"/>
    <p:sldId id="286" r:id="rId25"/>
    <p:sldId id="293" r:id="rId26"/>
    <p:sldId id="294" r:id="rId27"/>
    <p:sldId id="295" r:id="rId28"/>
    <p:sldId id="296" r:id="rId29"/>
    <p:sldId id="297" r:id="rId30"/>
    <p:sldId id="287" r:id="rId31"/>
  </p:sldIdLst>
  <p:sldSz cx="35999738" cy="359997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676655-6701-4594-BD5A-64506FAC3261}">
          <p14:sldIdLst>
            <p14:sldId id="256"/>
            <p14:sldId id="265"/>
            <p14:sldId id="269"/>
            <p14:sldId id="273"/>
            <p14:sldId id="280"/>
            <p14:sldId id="258"/>
          </p14:sldIdLst>
        </p14:section>
        <p14:section name="Untitled Section" id="{FA320F35-DE64-4873-A333-16F2959E88CC}">
          <p14:sldIdLst>
            <p14:sldId id="262"/>
            <p14:sldId id="266"/>
            <p14:sldId id="270"/>
            <p14:sldId id="274"/>
            <p14:sldId id="281"/>
            <p14:sldId id="284"/>
          </p14:sldIdLst>
        </p14:section>
        <p14:section name="Untitled Section" id="{68872967-915C-4F0E-B40E-65216991827E}">
          <p14:sldIdLst>
            <p14:sldId id="263"/>
            <p14:sldId id="267"/>
            <p14:sldId id="271"/>
            <p14:sldId id="275"/>
            <p14:sldId id="282"/>
            <p14:sldId id="285"/>
          </p14:sldIdLst>
        </p14:section>
        <p14:section name="Untitled Section" id="{4A4BE351-FD13-4FBF-A1D4-3A208E82B0A4}">
          <p14:sldIdLst>
            <p14:sldId id="264"/>
            <p14:sldId id="268"/>
            <p14:sldId id="272"/>
            <p14:sldId id="276"/>
            <p14:sldId id="283"/>
            <p14:sldId id="286"/>
          </p14:sldIdLst>
        </p14:section>
        <p14:section name="Untitled Section" id="{62B5AF23-593F-4DCF-A6D8-EC0ED7C52315}">
          <p14:sldIdLst>
            <p14:sldId id="293"/>
            <p14:sldId id="294"/>
            <p14:sldId id="295"/>
            <p14:sldId id="296"/>
            <p14:sldId id="297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89" autoAdjust="0"/>
    <p:restoredTop sz="94660"/>
  </p:normalViewPr>
  <p:slideViewPr>
    <p:cSldViewPr snapToGrid="0">
      <p:cViewPr>
        <p:scale>
          <a:sx n="25" d="100"/>
          <a:sy n="25" d="100"/>
        </p:scale>
        <p:origin x="173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60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46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264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92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947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64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94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35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35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61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37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43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5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6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6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3438" y="0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1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9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91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9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19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18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23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24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10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2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26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41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83438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7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61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5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83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47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44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3438" y="19883438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18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66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56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48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94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64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19" y="9941719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7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91</TotalTime>
  <Words>0</Words>
  <Application>Microsoft Office PowerPoint</Application>
  <PresentationFormat>Custom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Luke Bashford</dc:creator>
  <cp:lastModifiedBy>David Bjanes</cp:lastModifiedBy>
  <cp:revision>8</cp:revision>
  <dcterms:created xsi:type="dcterms:W3CDTF">2023-10-13T14:51:23Z</dcterms:created>
  <dcterms:modified xsi:type="dcterms:W3CDTF">2025-07-07T23:12:08Z</dcterms:modified>
</cp:coreProperties>
</file>